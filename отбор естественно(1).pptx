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 Slab"/>
      <p:regular r:id="rId16"/>
      <p:bold r:id="rId17"/>
    </p:embeddedFon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Slab-bold.fntdata"/><Relationship Id="rId16" Type="http://schemas.openxmlformats.org/officeDocument/2006/relationships/font" Target="fonts/RobotoSlab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2c6cbeb38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2c6cbeb38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2c6cbeb38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2c6cbeb38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2c6cbeb38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2c6cbeb38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2c6cbeb38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2c6cbeb38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2c6cbeb38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2c6cbeb38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2c6cbeb38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2c6cbeb3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2c6cbeb38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2c6cbeb38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2c6cbeb38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2c6cbeb38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2c6cbeb38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2c6cbeb38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jvhr405IlMlLX55AOxNxU42RJOd6nPwh/view" TargetMode="External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Симуляция экосистемы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025575" y="3292225"/>
            <a:ext cx="6757800" cy="11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/>
              <a:t>Автор: Елистратов Владимир 9it</a:t>
            </a:r>
            <a:endParaRPr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/>
              <a:t>Руководитель: Кирилл Вячеславович Здех</a:t>
            </a:r>
            <a:r>
              <a:rPr lang="ru"/>
              <a:t> 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34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Цель проекта: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443950" y="1497850"/>
            <a:ext cx="80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Создать автономную экосистему, в которой популяция животных эволюционирует в реальном времени через механизмы естественного отбора и генетических мутаций.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Задачи проекта: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Спроектировать систему пространственного хэширования.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Разработать архитектуру нейронной сети для управления животными.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Реализовать алгоритмы генетического наследования и мутации параметров, позволяющие изменять характеристики агентов и веса их нейронных сетей.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Сформулировать математическую модель баланса характеристик.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Внедрить систему энергетического баланса для естественной регуляции численности популяции.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Связать всё это вместе.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Технологический стек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Язык программирования - с++.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Фреймворк Qt.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Инструменты Qt для 2D отрисовки изображения.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Искусственный интеллект ( архитектура нейронной сети без тяжёлых библиотек).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Архитектура проекта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Почти все компоненты связаны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 друг с другом.</a:t>
            </a:r>
            <a:endParaRPr/>
          </a:p>
        </p:txBody>
      </p:sp>
      <p:pic>
        <p:nvPicPr>
          <p:cNvPr id="89" name="Google Shape;89;p17" title="diagram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4364" y="1493100"/>
            <a:ext cx="4471736" cy="307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Интерфейс, основные функции.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2159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 sz="5858"/>
              <a:t>Возможность отслеживать</a:t>
            </a:r>
            <a:endParaRPr sz="585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5858"/>
              <a:t>          количество животных.</a:t>
            </a:r>
            <a:endParaRPr sz="5858"/>
          </a:p>
          <a:p>
            <a:pPr indent="-32159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ru" sz="5858"/>
              <a:t>Возможность настройки</a:t>
            </a:r>
            <a:endParaRPr sz="585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5858"/>
              <a:t>количества базовых существ, </a:t>
            </a:r>
            <a:endParaRPr sz="585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5858"/>
              <a:t>размера карты, количества еды.</a:t>
            </a:r>
            <a:endParaRPr sz="5858"/>
          </a:p>
          <a:p>
            <a:pPr indent="-32159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ru" sz="5858"/>
              <a:t>возможность двигать камеру</a:t>
            </a:r>
            <a:endParaRPr sz="585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5858"/>
              <a:t>и приближать изображение.</a:t>
            </a:r>
            <a:endParaRPr sz="585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0550" y="1489825"/>
            <a:ext cx="5211700" cy="315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9" title="2026-05-18 10-01-22.mk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7225" y="347563"/>
            <a:ext cx="5931150" cy="44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Результаты тестирования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График зависимости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количества животных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от времени.</a:t>
            </a:r>
            <a:endParaRPr/>
          </a:p>
        </p:txBody>
      </p:sp>
      <p:pic>
        <p:nvPicPr>
          <p:cNvPr id="110" name="Google Shape;110;p20" title="Code_Generated_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009" y="1489825"/>
            <a:ext cx="5566140" cy="324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Документация                              gitHub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Инструкция по запуску (Windows)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Скачать последний release.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разархивировать.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запустить evolution.exe в папке release.</a:t>
            </a:r>
            <a:endParaRPr/>
          </a:p>
        </p:txBody>
      </p:sp>
      <p:pic>
        <p:nvPicPr>
          <p:cNvPr id="117" name="Google Shape;117;p21" title="qr-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1675" y="1489827"/>
            <a:ext cx="3078921" cy="307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Итоги и перспективы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Достиг ли я цели? - Да, я считаю что я достиг цели, создав симуляцию эволюции.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Этот проект дал мне много опыта в создании приложений и симуляций.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Перспективы: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В первую очередь - добавление большего контроля пользователя над миром, возможность настраивать такие значения как энергетическая ценность еды.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